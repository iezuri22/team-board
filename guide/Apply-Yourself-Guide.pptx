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331720"/>
            <a:ext cx="566928" cy="566928"/>
          </a:xfrm>
          <a:prstGeom prst="roundRect">
            <a:avLst/>
          </a:prstGeom>
          <a:solidFill>
            <a:srgbClr val="D95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1">
                <a:solidFill>
                  <a:srgbClr val="121417"/>
                </a:solidFill>
                <a:latin typeface="Helvetica Neue"/>
              </a:rPr>
              <a:t>How to use the team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5F6670"/>
                </a:solidFill>
                <a:latin typeface="Helvetica Neue"/>
              </a:rPr>
              <a:t>Nine screens. Two minutes. Read once before your first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F6670"/>
                </a:solidFill>
                <a:latin typeface="Helvetica Neue"/>
              </a:rPr>
              <a:t>Apply Yourself · iezuri22.github.io/team-board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01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Your week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Your goal, your progress and what to do next sit at the top. Weeks run Monday to Sunday.</a:t>
            </a:r>
          </a:p>
        </p:txBody>
      </p:sp>
      <p:pic>
        <p:nvPicPr>
          <p:cNvPr id="5" name="Picture 4" descr="0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02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Log a job by pasting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On the posting, press Cmd+A, then Cmd+C. Paste it into Log an application. AI fills in the details and picks the resume.</a:t>
            </a:r>
          </a:p>
        </p:txBody>
      </p:sp>
      <p:pic>
        <p:nvPicPr>
          <p:cNvPr id="5" name="Picture 4" descr="02-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03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Repeats get flagged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If the job is already on the list, you'll see a warning. Companies Ifeanyi applied to can still be logged, but they don't count toward your goal.</a:t>
            </a:r>
          </a:p>
        </p:txBody>
      </p:sp>
      <p:pic>
        <p:nvPicPr>
          <p:cNvPr id="5" name="Picture 4" descr="03-rep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04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Apply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Save and start applying opens this checklist. The orange step is next: resume, cover letter, then I applied.</a:t>
            </a:r>
          </a:p>
        </p:txBody>
      </p:sp>
      <p:pic>
        <p:nvPicPr>
          <p:cNvPr id="5" name="Picture 4" descr="04-ste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05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Edit the resume like a Word 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Pick a version, click into the page and edit. Save as template to reuse it on other jobs.</a:t>
            </a:r>
          </a:p>
        </p:txBody>
      </p:sp>
      <p:pic>
        <p:nvPicPr>
          <p:cNvPr id="5" name="Picture 4" descr="05-res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06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Cover letters, only when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Write with AI drafts one from the job description. Read it, edit it, then download the PDF.</a:t>
            </a:r>
          </a:p>
        </p:txBody>
      </p:sp>
      <p:pic>
        <p:nvPicPr>
          <p:cNvPr id="5" name="Picture 4" descr="06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07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When a company writes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Change the job's status. A box opens to text Ifeanyi what they said. Never reply to the company yourself.</a:t>
            </a:r>
          </a:p>
        </p:txBody>
      </p:sp>
      <p:pic>
        <p:nvPicPr>
          <p:cNvPr id="5" name="Picture 4" descr="07-rep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104595"/>
            <a:ext cx="7498079" cy="4648809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08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Check the team list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All team applications shows every job on the board, Ifeanyi's included. If it's there, it's taken.</a:t>
            </a:r>
          </a:p>
        </p:txBody>
      </p:sp>
      <p:pic>
        <p:nvPicPr>
          <p:cNvPr id="5" name="Picture 4" descr="08-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541A"/>
                </a:solidFill>
                <a:latin typeface="Helvetica Neue"/>
              </a:rPr>
              <a:t>09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121417"/>
                </a:solidFill>
                <a:latin typeface="Helvetica Neue"/>
              </a:rPr>
              <a:t>Track your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5F6670"/>
                </a:solidFill>
                <a:latin typeface="Helvetica Neue"/>
              </a:rPr>
              <a:t>My week shows applications, contacts and points against your goal.</a:t>
            </a:r>
          </a:p>
        </p:txBody>
      </p:sp>
      <p:pic>
        <p:nvPicPr>
          <p:cNvPr id="5" name="Picture 4" descr="09-wee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695" y="1085850"/>
            <a:ext cx="7498079" cy="4686300"/>
          </a:xfrm>
          <a:prstGeom prst="rect">
            <a:avLst/>
          </a:prstGeom>
          <a:ln w="9525">
            <a:solidFill>
              <a:srgbClr val="E2E5E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